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867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1837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1800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023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8449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851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644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0720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947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41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0659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6300FBE-15B7-40CA-9374-B6878A9472C2}" type="datetimeFigureOut">
              <a:rPr lang="sk-SK" smtClean="0"/>
              <a:t>10. 10. 2024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48C208A-3B8D-4CBB-9ABE-B51021CBDC9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7167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B0D26F-62AE-A433-544C-88B5A24FF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Linux </a:t>
            </a:r>
            <a:r>
              <a:rPr lang="sk-SK" dirty="0" err="1"/>
              <a:t>CentOS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65B5817-3BF5-5C49-018A-54F156B32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M. Stredák</a:t>
            </a:r>
          </a:p>
        </p:txBody>
      </p:sp>
    </p:spTree>
    <p:extLst>
      <p:ext uri="{BB962C8B-B14F-4D97-AF65-F5344CB8AC3E}">
        <p14:creationId xmlns:p14="http://schemas.microsoft.com/office/powerpoint/2010/main" val="241315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54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Rectangle 2056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120" y="757325"/>
            <a:ext cx="4341880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9473F7-7794-DFBA-C3C0-CF0BA7DA6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390" y="1079770"/>
            <a:ext cx="3654857" cy="1527244"/>
          </a:xfrm>
        </p:spPr>
        <p:txBody>
          <a:bodyPr>
            <a:normAutofit/>
          </a:bodyPr>
          <a:lstStyle/>
          <a:p>
            <a:endParaRPr lang="sk-SK" sz="3200"/>
          </a:p>
        </p:txBody>
      </p:sp>
      <p:sp>
        <p:nvSpPr>
          <p:cNvPr id="2063" name="Rectangle 2058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pic>
        <p:nvPicPr>
          <p:cNvPr id="2050" name="Picture 2" descr="CentOS, Stream, 7, Rocky Linux, Alma Linux, RedHat – eRacks Systems Tech  Blog">
            <a:extLst>
              <a:ext uri="{FF2B5EF4-FFF2-40B4-BE49-F238E27FC236}">
                <a16:creationId xmlns:a16="http://schemas.microsoft.com/office/drawing/2014/main" id="{E7D3FB3B-80DE-C4FB-3DBB-21310E5B2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4515" y="1609841"/>
            <a:ext cx="6500974" cy="362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C2BAF4-2FC5-9C82-6CE4-CB5206802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5319" y="1843392"/>
            <a:ext cx="3790928" cy="3294091"/>
          </a:xfrm>
        </p:spPr>
        <p:txBody>
          <a:bodyPr anchor="t">
            <a:normAutofit/>
          </a:bodyPr>
          <a:lstStyle/>
          <a:p>
            <a:r>
              <a:rPr lang="sk-SK" sz="1800" b="1" dirty="0" err="1">
                <a:solidFill>
                  <a:srgbClr val="FFFFFF"/>
                </a:solidFill>
              </a:rPr>
              <a:t>CentOS</a:t>
            </a:r>
            <a:r>
              <a:rPr lang="sk-SK" sz="1800" dirty="0">
                <a:solidFill>
                  <a:srgbClr val="FFFFFF"/>
                </a:solidFill>
              </a:rPr>
              <a:t> je bezplatná a </a:t>
            </a:r>
            <a:r>
              <a:rPr lang="sk-SK" sz="1800" dirty="0" err="1">
                <a:solidFill>
                  <a:srgbClr val="FFFFFF"/>
                </a:solidFill>
              </a:rPr>
              <a:t>open-source</a:t>
            </a:r>
            <a:r>
              <a:rPr lang="sk-SK" sz="1800" dirty="0">
                <a:solidFill>
                  <a:srgbClr val="FFFFFF"/>
                </a:solidFill>
              </a:rPr>
              <a:t> distribúcia založená na </a:t>
            </a:r>
            <a:r>
              <a:rPr lang="sk-SK" sz="1800" b="1" dirty="0" err="1">
                <a:solidFill>
                  <a:srgbClr val="FFFFFF"/>
                </a:solidFill>
              </a:rPr>
              <a:t>Red</a:t>
            </a:r>
            <a:r>
              <a:rPr lang="sk-SK" sz="1800" b="1" dirty="0">
                <a:solidFill>
                  <a:srgbClr val="FFFFFF"/>
                </a:solidFill>
              </a:rPr>
              <a:t> </a:t>
            </a:r>
            <a:r>
              <a:rPr lang="sk-SK" sz="1800" b="1" dirty="0" err="1">
                <a:solidFill>
                  <a:srgbClr val="FFFFFF"/>
                </a:solidFill>
              </a:rPr>
              <a:t>Hat</a:t>
            </a:r>
            <a:r>
              <a:rPr lang="sk-SK" sz="1800" b="1" dirty="0">
                <a:solidFill>
                  <a:srgbClr val="FFFFFF"/>
                </a:solidFill>
              </a:rPr>
              <a:t> Enterprise Linux</a:t>
            </a:r>
            <a:r>
              <a:rPr lang="sk-SK" sz="1800" dirty="0">
                <a:solidFill>
                  <a:srgbClr val="FFFFFF"/>
                </a:solidFill>
              </a:rPr>
              <a:t> (RHEL).</a:t>
            </a:r>
          </a:p>
          <a:p>
            <a:r>
              <a:rPr lang="sk-SK" sz="1800" dirty="0">
                <a:solidFill>
                  <a:srgbClr val="FFFFFF"/>
                </a:solidFill>
              </a:rPr>
              <a:t>Využíva sa hlavne na serveroch, v </a:t>
            </a:r>
            <a:r>
              <a:rPr lang="sk-SK" sz="1800" dirty="0" err="1">
                <a:solidFill>
                  <a:srgbClr val="FFFFFF"/>
                </a:solidFill>
              </a:rPr>
              <a:t>cloude</a:t>
            </a:r>
            <a:r>
              <a:rPr lang="sk-SK" sz="1800" dirty="0">
                <a:solidFill>
                  <a:srgbClr val="FFFFFF"/>
                </a:solidFill>
              </a:rPr>
              <a:t>, a vo veľkých IT infraštruktúrach.</a:t>
            </a:r>
          </a:p>
          <a:p>
            <a:r>
              <a:rPr lang="sk-SK" sz="1800" dirty="0">
                <a:solidFill>
                  <a:srgbClr val="FFFFFF"/>
                </a:solidFill>
              </a:rPr>
              <a:t>Obľúbený je pre svoju dlhodobú podporu a spoľahlivosť.</a:t>
            </a:r>
          </a:p>
          <a:p>
            <a:r>
              <a:rPr lang="pl-PL" sz="1800" dirty="0">
                <a:solidFill>
                  <a:srgbClr val="FFFFFF"/>
                </a:solidFill>
              </a:rPr>
              <a:t>Od roku 2021 sa CentOS zmenil na </a:t>
            </a:r>
            <a:r>
              <a:rPr lang="pl-PL" sz="1800" b="1" dirty="0">
                <a:solidFill>
                  <a:srgbClr val="FFFFFF"/>
                </a:solidFill>
              </a:rPr>
              <a:t>CentOS Stream.</a:t>
            </a:r>
            <a:endParaRPr lang="sk-SK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80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90DE80-A7CC-C7D7-DADF-90666F12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Pozícia voči ostatným distribúciám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6EB035D-C923-4AB2-EC16-15C03251C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812" y="435686"/>
            <a:ext cx="7315200" cy="3272790"/>
          </a:xfrm>
        </p:spPr>
        <p:txBody>
          <a:bodyPr/>
          <a:lstStyle/>
          <a:p>
            <a:r>
              <a:rPr lang="sk-SK" dirty="0" err="1"/>
              <a:t>CentOS</a:t>
            </a:r>
            <a:r>
              <a:rPr lang="sk-SK" dirty="0"/>
              <a:t> je prakticky bezplatnou verziou RHEL.</a:t>
            </a:r>
          </a:p>
          <a:p>
            <a:r>
              <a:rPr lang="pt-BR" dirty="0"/>
              <a:t>Ak sa osvedčia</a:t>
            </a:r>
            <a:r>
              <a:rPr lang="sk-SK" dirty="0"/>
              <a:t> nové funkcie a technológie</a:t>
            </a:r>
            <a:r>
              <a:rPr lang="pt-BR" dirty="0"/>
              <a:t> vo </a:t>
            </a:r>
            <a:r>
              <a:rPr lang="pt-BR" b="1" dirty="0"/>
              <a:t>Fedore</a:t>
            </a:r>
            <a:r>
              <a:rPr lang="pt-BR" dirty="0"/>
              <a:t>, sú zahrnuté do RHEL a následne do CentOS.</a:t>
            </a:r>
            <a:endParaRPr lang="sk-SK" dirty="0"/>
          </a:p>
          <a:p>
            <a:r>
              <a:rPr lang="sk-SK" dirty="0"/>
              <a:t>Po zmene na </a:t>
            </a:r>
            <a:r>
              <a:rPr lang="sk-SK" dirty="0" err="1"/>
              <a:t>CentOS</a:t>
            </a:r>
            <a:r>
              <a:rPr lang="sk-SK" dirty="0"/>
              <a:t> Stream sa mnohí užívatelia začali obracať na nové projekty ako </a:t>
            </a:r>
            <a:r>
              <a:rPr lang="sk-SK" b="1" dirty="0" err="1"/>
              <a:t>AlmaLinux</a:t>
            </a:r>
            <a:r>
              <a:rPr lang="sk-SK" b="1" dirty="0"/>
              <a:t> </a:t>
            </a:r>
            <a:r>
              <a:rPr lang="sk-SK" dirty="0"/>
              <a:t>a </a:t>
            </a:r>
            <a:r>
              <a:rPr lang="sk-SK" b="1" dirty="0" err="1"/>
              <a:t>Rocky</a:t>
            </a:r>
            <a:r>
              <a:rPr lang="sk-SK" b="1" dirty="0"/>
              <a:t> Linux</a:t>
            </a:r>
            <a:r>
              <a:rPr lang="sk-SK" dirty="0"/>
              <a:t>.</a:t>
            </a:r>
          </a:p>
        </p:txBody>
      </p:sp>
      <p:pic>
        <p:nvPicPr>
          <p:cNvPr id="3074" name="Picture 2" descr="CentOS 8 Stream - the distro streampunk">
            <a:extLst>
              <a:ext uri="{FF2B5EF4-FFF2-40B4-BE49-F238E27FC236}">
                <a16:creationId xmlns:a16="http://schemas.microsoft.com/office/drawing/2014/main" id="{7D91E519-2334-E645-A5BE-0B881756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080" y="3308927"/>
            <a:ext cx="6419354" cy="311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8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033C1FA-44DC-4135-AC8E-99278C317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481A727-51BA-47CD-BDF2-F800D044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872BD6-E8F8-8CC9-5A9A-1FE61A77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57" y="758952"/>
            <a:ext cx="4016116" cy="1255469"/>
          </a:xfrm>
        </p:spPr>
        <p:txBody>
          <a:bodyPr>
            <a:normAutofit/>
          </a:bodyPr>
          <a:lstStyle/>
          <a:p>
            <a:r>
              <a:rPr lang="sk-SK" dirty="0"/>
              <a:t>Inštalácia a aktualizácia balíčkov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8CD5ABA-7831-218C-C2C4-05620CD5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10" y="1955403"/>
            <a:ext cx="4016116" cy="3274586"/>
          </a:xfrm>
        </p:spPr>
        <p:txBody>
          <a:bodyPr anchor="t">
            <a:noAutofit/>
          </a:bodyPr>
          <a:lstStyle/>
          <a:p>
            <a:r>
              <a:rPr lang="sk-SK" sz="1600" b="1" dirty="0">
                <a:solidFill>
                  <a:srgbClr val="FFFFFF"/>
                </a:solidFill>
              </a:rPr>
              <a:t>YUM</a:t>
            </a:r>
            <a:r>
              <a:rPr lang="sk-SK" sz="1600" dirty="0">
                <a:solidFill>
                  <a:srgbClr val="FFFFFF"/>
                </a:solidFill>
              </a:rPr>
              <a:t> (</a:t>
            </a:r>
            <a:r>
              <a:rPr lang="sk-SK" sz="1600" dirty="0" err="1">
                <a:solidFill>
                  <a:srgbClr val="FFFFFF"/>
                </a:solidFill>
              </a:rPr>
              <a:t>Yellowdog</a:t>
            </a:r>
            <a:r>
              <a:rPr lang="sk-SK" sz="1600" dirty="0">
                <a:solidFill>
                  <a:srgbClr val="FFFFFF"/>
                </a:solidFill>
              </a:rPr>
              <a:t> </a:t>
            </a:r>
            <a:r>
              <a:rPr lang="sk-SK" sz="1600" dirty="0" err="1">
                <a:solidFill>
                  <a:srgbClr val="FFFFFF"/>
                </a:solidFill>
              </a:rPr>
              <a:t>Updater</a:t>
            </a:r>
            <a:r>
              <a:rPr lang="sk-SK" sz="1600" dirty="0">
                <a:solidFill>
                  <a:srgbClr val="FFFFFF"/>
                </a:solidFill>
              </a:rPr>
              <a:t>, </a:t>
            </a:r>
            <a:r>
              <a:rPr lang="sk-SK" sz="1600" dirty="0" err="1">
                <a:solidFill>
                  <a:srgbClr val="FFFFFF"/>
                </a:solidFill>
              </a:rPr>
              <a:t>Modified</a:t>
            </a:r>
            <a:r>
              <a:rPr lang="sk-SK" sz="1600" dirty="0">
                <a:solidFill>
                  <a:srgbClr val="FFFFFF"/>
                </a:solidFill>
              </a:rPr>
              <a:t>):</a:t>
            </a:r>
          </a:p>
          <a:p>
            <a:r>
              <a:rPr lang="sk-SK" sz="1600" dirty="0">
                <a:solidFill>
                  <a:srgbClr val="FFFFFF"/>
                </a:solidFill>
              </a:rPr>
              <a:t>Tradičný nástroj na správu softvérových balíčkov v </a:t>
            </a:r>
            <a:r>
              <a:rPr lang="sk-SK" sz="1600" dirty="0" err="1">
                <a:solidFill>
                  <a:srgbClr val="FFFFFF"/>
                </a:solidFill>
              </a:rPr>
              <a:t>CentOS</a:t>
            </a:r>
            <a:r>
              <a:rPr lang="sk-SK" sz="1600" dirty="0">
                <a:solidFill>
                  <a:srgbClr val="FFFFFF"/>
                </a:solidFill>
              </a:rPr>
              <a:t>.</a:t>
            </a:r>
          </a:p>
          <a:p>
            <a:r>
              <a:rPr lang="sk-SK" sz="1600" dirty="0">
                <a:solidFill>
                  <a:srgbClr val="FFFFFF"/>
                </a:solidFill>
              </a:rPr>
              <a:t>Umožňuje inštalovať, aktualizovať a odstraňovať softvér.</a:t>
            </a:r>
          </a:p>
          <a:p>
            <a:r>
              <a:rPr lang="sk-SK" sz="1600" b="1" dirty="0">
                <a:solidFill>
                  <a:srgbClr val="FFFFFF"/>
                </a:solidFill>
              </a:rPr>
              <a:t>DNF</a:t>
            </a:r>
            <a:r>
              <a:rPr lang="sk-SK" sz="1600" dirty="0">
                <a:solidFill>
                  <a:srgbClr val="FFFFFF"/>
                </a:solidFill>
              </a:rPr>
              <a:t> (</a:t>
            </a:r>
            <a:r>
              <a:rPr lang="sk-SK" sz="1600" dirty="0" err="1">
                <a:solidFill>
                  <a:srgbClr val="FFFFFF"/>
                </a:solidFill>
              </a:rPr>
              <a:t>Dandified</a:t>
            </a:r>
            <a:r>
              <a:rPr lang="sk-SK" sz="1600" dirty="0">
                <a:solidFill>
                  <a:srgbClr val="FFFFFF"/>
                </a:solidFill>
              </a:rPr>
              <a:t> YUM):</a:t>
            </a:r>
          </a:p>
          <a:p>
            <a:r>
              <a:rPr lang="sk-SK" sz="1600" dirty="0">
                <a:solidFill>
                  <a:srgbClr val="FFFFFF"/>
                </a:solidFill>
              </a:rPr>
              <a:t>Moderný nástroj, ktorý nahradil YUM v novších verziách </a:t>
            </a:r>
            <a:r>
              <a:rPr lang="sk-SK" sz="1600" dirty="0" err="1">
                <a:solidFill>
                  <a:srgbClr val="FFFFFF"/>
                </a:solidFill>
              </a:rPr>
              <a:t>CentOS</a:t>
            </a:r>
            <a:r>
              <a:rPr lang="sk-SK" sz="1600" dirty="0">
                <a:solidFill>
                  <a:srgbClr val="FFFFFF"/>
                </a:solidFill>
              </a:rPr>
              <a:t>.</a:t>
            </a:r>
          </a:p>
          <a:p>
            <a:r>
              <a:rPr lang="sk-SK" sz="1600" dirty="0">
                <a:solidFill>
                  <a:srgbClr val="FFFFFF"/>
                </a:solidFill>
              </a:rPr>
              <a:t>Má lepší výkon, spravuje závislosti a ponúka moderné funkcie.</a:t>
            </a:r>
          </a:p>
          <a:p>
            <a:r>
              <a:rPr lang="sk-SK" sz="1600" b="1" dirty="0">
                <a:solidFill>
                  <a:srgbClr val="FFFFFF"/>
                </a:solidFill>
              </a:rPr>
              <a:t>RPM</a:t>
            </a:r>
            <a:r>
              <a:rPr lang="sk-SK" sz="1600" dirty="0">
                <a:solidFill>
                  <a:srgbClr val="FFFFFF"/>
                </a:solidFill>
              </a:rPr>
              <a:t> balíčky (</a:t>
            </a:r>
            <a:r>
              <a:rPr lang="sk-SK" sz="1600" dirty="0" err="1">
                <a:solidFill>
                  <a:srgbClr val="FFFFFF"/>
                </a:solidFill>
              </a:rPr>
              <a:t>Red</a:t>
            </a:r>
            <a:r>
              <a:rPr lang="sk-SK" sz="1600" dirty="0">
                <a:solidFill>
                  <a:srgbClr val="FFFFFF"/>
                </a:solidFill>
              </a:rPr>
              <a:t> </a:t>
            </a:r>
            <a:r>
              <a:rPr lang="sk-SK" sz="1600" dirty="0" err="1">
                <a:solidFill>
                  <a:srgbClr val="FFFFFF"/>
                </a:solidFill>
              </a:rPr>
              <a:t>Hat</a:t>
            </a:r>
            <a:r>
              <a:rPr lang="sk-SK" sz="1600" dirty="0">
                <a:solidFill>
                  <a:srgbClr val="FFFFFF"/>
                </a:solidFill>
              </a:rPr>
              <a:t> </a:t>
            </a:r>
            <a:r>
              <a:rPr lang="sk-SK" sz="1600" dirty="0" err="1">
                <a:solidFill>
                  <a:srgbClr val="FFFFFF"/>
                </a:solidFill>
              </a:rPr>
              <a:t>Package</a:t>
            </a:r>
            <a:r>
              <a:rPr lang="sk-SK" sz="1600" dirty="0">
                <a:solidFill>
                  <a:srgbClr val="FFFFFF"/>
                </a:solidFill>
              </a:rPr>
              <a:t> Manager):</a:t>
            </a:r>
          </a:p>
          <a:p>
            <a:r>
              <a:rPr lang="sk-SK" sz="1600" dirty="0">
                <a:solidFill>
                  <a:srgbClr val="FFFFFF"/>
                </a:solidFill>
              </a:rPr>
              <a:t>Balíčkový formát, ktorý sa používa na distribúciu softvéru.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4A94605C-0EB2-4FA5-B05F-7BC682EA2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8840" y="758952"/>
            <a:ext cx="2079069" cy="2344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E1D58C79-C053-45C6-AB6A-6BE55965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463" y="4080912"/>
            <a:ext cx="2157385" cy="2008992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9" descr="dnf Command in Linux - GeeksforGeeks">
            <a:extLst>
              <a:ext uri="{FF2B5EF4-FFF2-40B4-BE49-F238E27FC236}">
                <a16:creationId xmlns:a16="http://schemas.microsoft.com/office/drawing/2014/main" id="{B3A1F5E5-0A30-18DD-C98B-535EECC6A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91" b="2"/>
          <a:stretch/>
        </p:blipFill>
        <p:spPr bwMode="auto">
          <a:xfrm>
            <a:off x="7460907" y="3264090"/>
            <a:ext cx="4027002" cy="282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yum (software) - Wikipedia">
            <a:extLst>
              <a:ext uri="{FF2B5EF4-FFF2-40B4-BE49-F238E27FC236}">
                <a16:creationId xmlns:a16="http://schemas.microsoft.com/office/drawing/2014/main" id="{623DE32C-AC4F-14F4-07E5-7B2837876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53" r="-5" b="21229"/>
          <a:stretch/>
        </p:blipFill>
        <p:spPr bwMode="auto">
          <a:xfrm>
            <a:off x="5137461" y="758952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F6B7092-FA11-45BD-B50D-DF7999301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2842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F13A95FF-1A75-49AA-86AE-EED61BD0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020393-55BF-82F9-C155-D092A865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sk-SK" dirty="0"/>
              <a:t>Distribúcia a desktop manažéri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23F60F-DA48-2AD9-6D99-0013CD270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anchor="t">
            <a:normAutofit/>
          </a:bodyPr>
          <a:lstStyle/>
          <a:p>
            <a:r>
              <a:rPr lang="sk-SK" b="1">
                <a:solidFill>
                  <a:srgbClr val="FFFFFF"/>
                </a:solidFill>
              </a:rPr>
              <a:t>GNOME:</a:t>
            </a:r>
          </a:p>
          <a:p>
            <a:r>
              <a:rPr lang="sk-SK">
                <a:solidFill>
                  <a:srgbClr val="FFFFFF"/>
                </a:solidFill>
              </a:rPr>
              <a:t>Je jednoduché a čisté grafické rozhranie, ktoré je bežné v mnohých distribúciách Linuxu.</a:t>
            </a:r>
          </a:p>
          <a:p>
            <a:r>
              <a:rPr lang="sk-SK">
                <a:solidFill>
                  <a:srgbClr val="FFFFFF"/>
                </a:solidFill>
              </a:rPr>
              <a:t>CentOS tiež podporuje iné desktop manažéri, ako </a:t>
            </a:r>
            <a:r>
              <a:rPr lang="sk-SK" b="1">
                <a:solidFill>
                  <a:srgbClr val="FFFFFF"/>
                </a:solidFill>
              </a:rPr>
              <a:t>KDE Plasma</a:t>
            </a:r>
            <a:r>
              <a:rPr lang="sk-SK">
                <a:solidFill>
                  <a:srgbClr val="FFFFFF"/>
                </a:solidFill>
              </a:rPr>
              <a:t>, </a:t>
            </a:r>
            <a:r>
              <a:rPr lang="sk-SK" b="1">
                <a:solidFill>
                  <a:srgbClr val="FFFFFF"/>
                </a:solidFill>
              </a:rPr>
              <a:t>Xfce</a:t>
            </a:r>
            <a:r>
              <a:rPr lang="sk-SK">
                <a:solidFill>
                  <a:srgbClr val="FFFFFF"/>
                </a:solidFill>
              </a:rPr>
              <a:t>, a </a:t>
            </a:r>
            <a:r>
              <a:rPr lang="sk-SK" b="1">
                <a:solidFill>
                  <a:srgbClr val="FFFFFF"/>
                </a:solidFill>
              </a:rPr>
              <a:t>Mate</a:t>
            </a:r>
          </a:p>
        </p:txBody>
      </p:sp>
      <p:pic>
        <p:nvPicPr>
          <p:cNvPr id="4098" name="Picture 2" descr="GNOME - Wikipedia">
            <a:extLst>
              <a:ext uri="{FF2B5EF4-FFF2-40B4-BE49-F238E27FC236}">
                <a16:creationId xmlns:a16="http://schemas.microsoft.com/office/drawing/2014/main" id="{0509BF5F-E614-FEC6-FAA4-D19369AF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7" r="13395" b="2"/>
          <a:stretch/>
        </p:blipFill>
        <p:spPr bwMode="auto">
          <a:xfrm>
            <a:off x="5137463" y="759599"/>
            <a:ext cx="6193767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41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514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F5A423-734C-1F9A-4DFF-8DE88E48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642" y="1123837"/>
            <a:ext cx="6451110" cy="1255469"/>
          </a:xfrm>
        </p:spPr>
        <p:txBody>
          <a:bodyPr>
            <a:normAutofit/>
          </a:bodyPr>
          <a:lstStyle/>
          <a:p>
            <a:r>
              <a:rPr lang="sk-SK" dirty="0"/>
              <a:t>História a budúcnosť 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pic>
        <p:nvPicPr>
          <p:cNvPr id="5122" name="Picture 2" descr="Red Hat Enterprise Linux (RHEL) comes to Oracle Cloud Infrastructure (OCI)  - Clover Infotech">
            <a:extLst>
              <a:ext uri="{FF2B5EF4-FFF2-40B4-BE49-F238E27FC236}">
                <a16:creationId xmlns:a16="http://schemas.microsoft.com/office/drawing/2014/main" id="{7C211E2C-6B7F-30C6-8AA5-1B9C2BC1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771" y="2366358"/>
            <a:ext cx="3778286" cy="211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E273D0-DF19-DE4C-32AC-E44909F78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644" y="2510395"/>
            <a:ext cx="6451109" cy="3274586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Založený v roku 2004 ako klon RHEL.</a:t>
            </a:r>
          </a:p>
          <a:p>
            <a:r>
              <a:rPr lang="sk-SK">
                <a:solidFill>
                  <a:srgbClr val="FFFFFF"/>
                </a:solidFill>
              </a:rPr>
              <a:t>Rýchlo získal popularitu pre servery a podniky.</a:t>
            </a:r>
          </a:p>
          <a:p>
            <a:r>
              <a:rPr lang="sk-SK">
                <a:solidFill>
                  <a:srgbClr val="FFFFFF"/>
                </a:solidFill>
              </a:rPr>
              <a:t>Zameriaval sa na poskytovanie stabilného a bezplatného riešenia pre užívateľov, ktorí nepotrebujú platenú podporu RHEL.</a:t>
            </a:r>
          </a:p>
          <a:p>
            <a:r>
              <a:rPr lang="sk-SK">
                <a:solidFill>
                  <a:srgbClr val="FFFFFF"/>
                </a:solidFill>
              </a:rPr>
              <a:t>V decembri 2020 Red Hat oznámil, že klasický model CentOS bude nahradený </a:t>
            </a:r>
            <a:r>
              <a:rPr lang="sk-SK" b="1">
                <a:solidFill>
                  <a:srgbClr val="FFFFFF"/>
                </a:solidFill>
              </a:rPr>
              <a:t>CentOS Stream</a:t>
            </a:r>
            <a:r>
              <a:rPr lang="sk-SK">
                <a:solidFill>
                  <a:srgbClr val="FFFFFF"/>
                </a:solidFill>
              </a:rPr>
              <a:t>.</a:t>
            </a:r>
          </a:p>
          <a:p>
            <a:r>
              <a:rPr lang="sk-SK">
                <a:solidFill>
                  <a:srgbClr val="FFFFFF"/>
                </a:solidFill>
              </a:rPr>
              <a:t>CentOS Stream bude pokračovať ako nástroj pre vývoj RHEL.</a:t>
            </a:r>
          </a:p>
        </p:txBody>
      </p:sp>
    </p:spTree>
    <p:extLst>
      <p:ext uri="{BB962C8B-B14F-4D97-AF65-F5344CB8AC3E}">
        <p14:creationId xmlns:p14="http://schemas.microsoft.com/office/powerpoint/2010/main" val="414884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D424BC-8920-1F98-BB1E-AEB91658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sk-SK" dirty="0"/>
              <a:t>Zaujímavosti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A2FF893-1E8E-8A39-1A27-3B692793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998765"/>
          </a:xfrm>
        </p:spPr>
        <p:txBody>
          <a:bodyPr>
            <a:normAutofit/>
          </a:bodyPr>
          <a:lstStyle/>
          <a:p>
            <a:r>
              <a:rPr lang="sk-SK" dirty="0" err="1"/>
              <a:t>CentOS</a:t>
            </a:r>
            <a:r>
              <a:rPr lang="sk-SK" dirty="0"/>
              <a:t> je bežne používaný na cloudových platformách ako </a:t>
            </a:r>
            <a:r>
              <a:rPr lang="sk-SK" b="1" dirty="0"/>
              <a:t>AWS</a:t>
            </a:r>
            <a:r>
              <a:rPr lang="sk-SK" dirty="0"/>
              <a:t>, </a:t>
            </a:r>
            <a:r>
              <a:rPr lang="sk-SK" b="1" dirty="0" err="1"/>
              <a:t>Azure</a:t>
            </a:r>
            <a:r>
              <a:rPr lang="sk-SK" dirty="0"/>
              <a:t> a </a:t>
            </a:r>
            <a:r>
              <a:rPr lang="sk-SK" b="1" dirty="0"/>
              <a:t>Google </a:t>
            </a:r>
            <a:r>
              <a:rPr lang="sk-SK" b="1" dirty="0" err="1"/>
              <a:t>Cloud</a:t>
            </a:r>
            <a:r>
              <a:rPr lang="sk-SK" dirty="0"/>
              <a:t>.</a:t>
            </a:r>
          </a:p>
          <a:p>
            <a:r>
              <a:rPr lang="sk-SK" dirty="0" err="1"/>
              <a:t>CentOS</a:t>
            </a:r>
            <a:r>
              <a:rPr lang="sk-SK" dirty="0"/>
              <a:t> je široko využívaný v </a:t>
            </a:r>
            <a:r>
              <a:rPr lang="sk-SK" b="1" dirty="0"/>
              <a:t>vládnych agentúrach</a:t>
            </a:r>
            <a:r>
              <a:rPr lang="sk-SK" dirty="0"/>
              <a:t>, </a:t>
            </a:r>
            <a:r>
              <a:rPr lang="sk-SK" b="1" dirty="0"/>
              <a:t>školách</a:t>
            </a:r>
            <a:r>
              <a:rPr lang="sk-SK" dirty="0"/>
              <a:t> a </a:t>
            </a:r>
            <a:r>
              <a:rPr lang="sk-SK" b="1" dirty="0"/>
              <a:t>univerzitách</a:t>
            </a:r>
            <a:r>
              <a:rPr lang="sk-SK" dirty="0"/>
              <a:t> kvôli jeho bezpečnosti a bezplatnosti.</a:t>
            </a:r>
          </a:p>
          <a:p>
            <a:r>
              <a:rPr lang="sk-SK" dirty="0" err="1"/>
              <a:t>CentOS</a:t>
            </a:r>
            <a:r>
              <a:rPr lang="sk-SK" dirty="0"/>
              <a:t> má aktívnu komunitu, ktorá prispieva k vývoju, poskytuje podporu a dokumentáciu.</a:t>
            </a:r>
          </a:p>
        </p:txBody>
      </p:sp>
      <p:pic>
        <p:nvPicPr>
          <p:cNvPr id="6146" name="Picture 2" descr="How To: 5 Ways to Check CentOS Version">
            <a:extLst>
              <a:ext uri="{FF2B5EF4-FFF2-40B4-BE49-F238E27FC236}">
                <a16:creationId xmlns:a16="http://schemas.microsoft.com/office/drawing/2014/main" id="{EAA71A20-9C92-7E8B-AF17-AD63907E7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2747" y="4161453"/>
            <a:ext cx="4288241" cy="191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987323"/>
      </p:ext>
    </p:extLst>
  </p:cSld>
  <p:clrMapOvr>
    <a:masterClrMapping/>
  </p:clrMapOvr>
</p:sld>
</file>

<file path=ppt/theme/theme1.xml><?xml version="1.0" encoding="utf-8"?>
<a:theme xmlns:a="http://schemas.openxmlformats.org/drawingml/2006/main" name="Rám">
  <a:themeElements>
    <a:clrScheme name="Rám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ám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ám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Rám</Template>
  <TotalTime>48</TotalTime>
  <Words>322</Words>
  <Application>Microsoft Office PowerPoint</Application>
  <PresentationFormat>Širokouhlá</PresentationFormat>
  <Paragraphs>33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Rám</vt:lpstr>
      <vt:lpstr>Linux CentOS</vt:lpstr>
      <vt:lpstr>Prezentácia programu PowerPoint</vt:lpstr>
      <vt:lpstr>Pozícia voči ostatným distribúciám </vt:lpstr>
      <vt:lpstr>Inštalácia a aktualizácia balíčkov</vt:lpstr>
      <vt:lpstr>Distribúcia a desktop manažéri</vt:lpstr>
      <vt:lpstr>História a budúcnosť </vt:lpstr>
      <vt:lpstr>Zaujímavosti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Stredák</dc:creator>
  <cp:lastModifiedBy>Michael Stredák</cp:lastModifiedBy>
  <cp:revision>2</cp:revision>
  <dcterms:created xsi:type="dcterms:W3CDTF">2024-10-10T13:22:22Z</dcterms:created>
  <dcterms:modified xsi:type="dcterms:W3CDTF">2024-10-10T14:13:00Z</dcterms:modified>
</cp:coreProperties>
</file>