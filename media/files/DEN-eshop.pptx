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2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933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0599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3057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88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764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421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6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3907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5001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ov a p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25250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0528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1196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 ponu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3801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lebo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07248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4543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6352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0BEB802-D926-475A-B353-D16AA872ACC4}" type="datetimeFigureOut">
              <a:rPr lang="sk-SK" smtClean="0"/>
              <a:t>18. 3. 2024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79CC081-D4D7-4E5F-B310-235E8D9A696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390104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4B6B6D-4413-7CE0-1399-4262B7911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E-</a:t>
            </a:r>
            <a:r>
              <a:rPr lang="sk-SK" dirty="0" err="1"/>
              <a:t>shop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9D729AB-A711-A40A-FEB5-9439EB342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M. Stredák</a:t>
            </a:r>
          </a:p>
        </p:txBody>
      </p:sp>
    </p:spTree>
    <p:extLst>
      <p:ext uri="{BB962C8B-B14F-4D97-AF65-F5344CB8AC3E}">
        <p14:creationId xmlns:p14="http://schemas.microsoft.com/office/powerpoint/2010/main" val="399060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ED74F8-0907-08BB-078D-C624237C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3A04FC-9FE8-3D1F-4982-0C3A90EEB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Na vytvorenie e-</a:t>
            </a:r>
            <a:r>
              <a:rPr lang="sk-SK" dirty="0" err="1"/>
              <a:t>shopu</a:t>
            </a:r>
            <a:r>
              <a:rPr lang="sk-SK" dirty="0"/>
              <a:t> by som si vybral založenie živnosti, pretože oproti S.R.O. je založenie lacnejšie a jednoduchšie, taktiež aj administratíva a účtovníctvo. </a:t>
            </a:r>
          </a:p>
        </p:txBody>
      </p:sp>
    </p:spTree>
    <p:extLst>
      <p:ext uri="{BB962C8B-B14F-4D97-AF65-F5344CB8AC3E}">
        <p14:creationId xmlns:p14="http://schemas.microsoft.com/office/powerpoint/2010/main" val="91733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5352D-BE54-AAE2-E159-1CD0CE8A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350933"/>
            <a:ext cx="8534400" cy="1507067"/>
          </a:xfrm>
        </p:spPr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8F2319-5F72-799C-E042-35DADB869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578794"/>
            <a:ext cx="8534400" cy="5308600"/>
          </a:xfrm>
        </p:spPr>
        <p:txBody>
          <a:bodyPr>
            <a:normAutofit/>
          </a:bodyPr>
          <a:lstStyle/>
          <a:p>
            <a:r>
              <a:rPr lang="sk-SK" dirty="0"/>
              <a:t>Samotný ,,e-</a:t>
            </a:r>
            <a:r>
              <a:rPr lang="sk-SK" dirty="0" err="1"/>
              <a:t>shop</a:t>
            </a:r>
            <a:r>
              <a:rPr lang="sk-SK" dirty="0"/>
              <a:t>,, by som na začiatok prenajal od firmy, ktorá túto službu ponúka.</a:t>
            </a:r>
          </a:p>
          <a:p>
            <a:r>
              <a:rPr lang="sk-SK" dirty="0"/>
              <a:t>Produkty by som najprv uskladňoval u mňa doma. Takisto aj zabaľovanie balíkov by som robil sám. Neskôr by som s </a:t>
            </a:r>
            <a:r>
              <a:rPr lang="sk-SK"/>
              <a:t>niekým spolupracoval. </a:t>
            </a:r>
            <a:endParaRPr lang="sk-SK" dirty="0"/>
          </a:p>
          <a:p>
            <a:r>
              <a:rPr lang="sk-SK" dirty="0"/>
              <a:t>Dopravu by som zvolil prostredníctvom </a:t>
            </a:r>
            <a:r>
              <a:rPr lang="sk-SK" dirty="0" err="1"/>
              <a:t>Packety</a:t>
            </a:r>
            <a:r>
              <a:rPr lang="sk-SK" dirty="0"/>
              <a:t>, kvôli lacnej cene.</a:t>
            </a:r>
          </a:p>
          <a:p>
            <a:r>
              <a:rPr lang="sk-SK" dirty="0"/>
              <a:t>Platbu by som uprednostnil online.</a:t>
            </a:r>
          </a:p>
          <a:p>
            <a:r>
              <a:rPr lang="sk-SK" dirty="0"/>
              <a:t>Našiel by som si spoľahlivého a komunikujúceho dodávateľa.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3353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142F36-A4CC-99A9-5F62-C6891934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Outsourcing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4353C5-7F58-0B7C-426A-06D1A0114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Outsourcing znamená využívanie externých zdrojov v podnikaní. Zjednodušene povedané, pri vykonávaní niektorých činností v rámci podnikania môžete využiť externých dodávateľov.</a:t>
            </a:r>
          </a:p>
          <a:p>
            <a:r>
              <a:rPr lang="sk-SK" dirty="0"/>
              <a:t>Využil by som ho v oblastiach ako prenajatie e-</a:t>
            </a:r>
            <a:r>
              <a:rPr lang="sk-SK" dirty="0" err="1"/>
              <a:t>shopu</a:t>
            </a:r>
            <a:r>
              <a:rPr lang="sk-SK" dirty="0"/>
              <a:t>, dopravy, účtovníctve, výrobe produktov..</a:t>
            </a:r>
          </a:p>
        </p:txBody>
      </p:sp>
    </p:spTree>
    <p:extLst>
      <p:ext uri="{BB962C8B-B14F-4D97-AF65-F5344CB8AC3E}">
        <p14:creationId xmlns:p14="http://schemas.microsoft.com/office/powerpoint/2010/main" val="1788455657"/>
      </p:ext>
    </p:extLst>
  </p:cSld>
  <p:clrMapOvr>
    <a:masterClrMapping/>
  </p:clrMapOvr>
</p:sld>
</file>

<file path=ppt/theme/theme1.xml><?xml version="1.0" encoding="utf-8"?>
<a:theme xmlns:a="http://schemas.openxmlformats.org/drawingml/2006/main" name="Výsek">
  <a:themeElements>
    <a:clrScheme name="Výsek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Výse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ýse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109</TotalTime>
  <Words>143</Words>
  <Application>Microsoft Office PowerPoint</Application>
  <PresentationFormat>Širokouhlá</PresentationFormat>
  <Paragraphs>11</Paragraphs>
  <Slides>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Výsek</vt:lpstr>
      <vt:lpstr>E-shop</vt:lpstr>
      <vt:lpstr>Prezentácia programu PowerPoint</vt:lpstr>
      <vt:lpstr>Prezentácia programu PowerPoint</vt:lpstr>
      <vt:lpstr>Outsourcing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E-shop</dc:title>
  <dc:creator>Stredák Michael</dc:creator>
  <cp:lastModifiedBy>Stredák Michael</cp:lastModifiedBy>
  <cp:revision>3</cp:revision>
  <dcterms:created xsi:type="dcterms:W3CDTF">2024-03-17T19:36:56Z</dcterms:created>
  <dcterms:modified xsi:type="dcterms:W3CDTF">2024-03-18T16:31:15Z</dcterms:modified>
</cp:coreProperties>
</file>